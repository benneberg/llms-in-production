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64008" cy="3108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Production: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17556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Breaks, What Works, and Why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487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mental model for developers, POs, QA and everyone building with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6858000" cy="640080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072384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recent sessions about coding conventions, agents &amp; MCP —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 explains the WHY behind those practices.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session  ·  </a:t>
            </a:r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discussion open after — please stay if curious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424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04241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Hook: Why LLMs frustrate 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10424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81912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099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70992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mental shift: Deterministic vs Probabilistic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06640" y="1709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249424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49424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774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37744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 a workflow accelerator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06640" y="23774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16936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16936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449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04495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LLMs in your product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30449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15–23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84448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584448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1246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71246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demo: Digital signage example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06640" y="37124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23–28 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51960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37997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437997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&amp; strategic implications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06640" y="43799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LLMs Frustrate Us?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probably experienced at least one of these…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5852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252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2435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wrote perfect code… then failed on the second attempt with the same prompt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822960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73936"/>
            <a:ext cx="64008" cy="5852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hallucinated an API, a library, or a function that simply doesn't exist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822960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50592"/>
            <a:ext cx="64008" cy="5852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7860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596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'forgot' a constraint you gave it 10 messages earlier in the same chat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27248"/>
            <a:ext cx="822960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27248"/>
            <a:ext cx="64008" cy="5852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552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2735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gave brilliant output today and confusing output tomorrow — same question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822960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03904"/>
            <a:ext cx="64008" cy="5852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31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39502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confidently told you something wrong, with zero indication of uncertainty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B3C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83260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problem is not the model.  The problem is the mental model we use.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Mental Shift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vs. Probabilistic systems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840480" cy="3703320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3840480" cy="457200"/>
          </a:xfrm>
          <a:prstGeom prst="rect">
            <a:avLst/>
          </a:prstGeom>
          <a:solidFill>
            <a:srgbClr val="1C4A7A"/>
          </a:solidFill>
          <a:ln w="12700">
            <a:solidFill>
              <a:srgbClr val="1C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Deterministic Code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" y="1664208"/>
            <a:ext cx="3703320" cy="53035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19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same 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2276856"/>
            <a:ext cx="3703320" cy="53035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control flow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5328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step by step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" y="2889504"/>
            <a:ext cx="3703320" cy="53035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44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1455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is reliable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" y="3502152"/>
            <a:ext cx="3703320" cy="53035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570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758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deterministic bugs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" y="4114800"/>
            <a:ext cx="3703320" cy="53035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69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370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routing, validation,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115568"/>
            <a:ext cx="3931920" cy="3703320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115568"/>
            <a:ext cx="3931920" cy="457200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143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LLM (Probabilistic)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18888" y="1664208"/>
            <a:ext cx="3794760" cy="53035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7190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9202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distribution of outputs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18888" y="2276856"/>
            <a:ext cx="3794760" cy="53035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331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statistical reasoning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2532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explicit logic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18888" y="2889504"/>
            <a:ext cx="3794760" cy="53035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944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validate externally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1455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never guaranteed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18888" y="3502152"/>
            <a:ext cx="3794760" cy="53035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5570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7581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≠ correct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18888" y="4114800"/>
            <a:ext cx="3794760" cy="53035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169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generation, reasoning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B3C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3260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Most LLM frustration = expecting deterministic behaviour from a probabilistic system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 a Workflow Accelerator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Augmenting how you work — not replacing what you build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9728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coding conventions from recent sessions work — here's the underlying principle: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2606040" cy="1627632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36192"/>
            <a:ext cx="26060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Think Before You 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0116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plan + AI = fast.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 + AI = fast in the wrong direction.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 → tasks.md → then prompt.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536192"/>
            <a:ext cx="2606040" cy="1627632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536192"/>
            <a:ext cx="26060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Structure Beats Chat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0116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spec.md, prd.md, interfaces.ts first.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LLM a framework — it replicates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it can clearly see.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536192"/>
            <a:ext cx="2606040" cy="1627632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536192"/>
            <a:ext cx="26060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Iterate Small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20116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'Create the interface' → 'Implement'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'Write the tests' beats 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prompt every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55264"/>
            <a:ext cx="2606040" cy="1627632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55264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Log Everything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373075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prompt. Full user message.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raw response. If you don't log,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guessing, not debugging.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255264"/>
            <a:ext cx="2606040" cy="1627632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3255264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Validate Output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10128" y="373075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blindly. Parse, schema-check,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 LLM output is a first draft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finished result.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3255264"/>
            <a:ext cx="2606040" cy="1627632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3255264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364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Manage Context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44768" y="373075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are finite.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knows what's in the window.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earlier turns explicitly.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LLMs in Your Product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different problem from using one yourself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3749040" cy="384048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97280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for Digital Signage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35295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Dynamic promotional copy on displays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965960"/>
            <a:ext cx="35295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Natural language playlist / scheduling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395728"/>
            <a:ext cx="35295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Auto-tagging and categorising media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825496"/>
            <a:ext cx="35295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Chatbot or assistant inside the platform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255264"/>
            <a:ext cx="35295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Summarising content feeds automatically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1078992"/>
            <a:ext cx="4160520" cy="384048"/>
          </a:xfrm>
          <a:prstGeom prst="rect">
            <a:avLst/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Concerns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26280" y="1536192"/>
            <a:ext cx="4160520" cy="457200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15544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Latency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55448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0.5–5s per call. Do screens wait? Async / stream.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2057400"/>
            <a:ext cx="4160520" cy="457200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07568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20756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= money. Bad prompts = cost explosion.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2578608"/>
            <a:ext cx="4160520" cy="457200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25968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Routing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259689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 for classification. Large for reasoning.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3099816"/>
            <a:ext cx="4160520" cy="457200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31181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Context limits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311810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window. Design for overflow from day one.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3621024"/>
            <a:ext cx="4160520" cy="457200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363931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Guardrails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363931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JSON. Sanitize. Moderate before display.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4142232"/>
            <a:ext cx="4160520" cy="457200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6008" y="41605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Fallbacks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41605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down → do screens go blank? Design for it.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B3C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83260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Deterministic layers around probabilistic cores = robust, shippable systems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Demo: Digital Signage Prompt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screen — generate promotional copy dynamically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77640" cy="3712464"/>
          </a:xfrm>
          <a:prstGeom prst="rect">
            <a:avLst/>
          </a:prstGeom>
          <a:solidFill>
            <a:srgbClr val="162535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3977640" cy="4114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NAIVE PROMPT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3794760" cy="438912"/>
          </a:xfrm>
          <a:prstGeom prst="rect">
            <a:avLst/>
          </a:prstGeom>
          <a:solidFill>
            <a:srgbClr val="0A1520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6537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promotional message for a summer sale.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794760" cy="804672"/>
          </a:xfrm>
          <a:prstGeom prst="rect">
            <a:avLst/>
          </a:prstGeom>
          <a:solidFill>
            <a:srgbClr val="0A1520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670048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"Summer is here! Enjoy amazing deals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A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all our great products. Shop now!"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Vague &amp; generic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Brand-inconsistent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133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structure — can't parse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4256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Why people think LLMs are unreliable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078992"/>
            <a:ext cx="4114800" cy="3712464"/>
          </a:xfrm>
          <a:prstGeom prst="rect">
            <a:avLst/>
          </a:prstGeom>
          <a:solidFill>
            <a:srgbClr val="162535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78992"/>
            <a:ext cx="4114800" cy="41148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 PROMPT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(developer-set, user never sees):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847088"/>
            <a:ext cx="3977640" cy="877824"/>
          </a:xfrm>
          <a:prstGeom prst="rect">
            <a:avLst/>
          </a:prstGeom>
          <a:solidFill>
            <a:srgbClr val="0A1520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1865376"/>
            <a:ext cx="3767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copy generator for retail digital signage.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valid JSON only. Max 20 words.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Tone: energetic but premium. No emojis.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Audience: Scandinavian fashion retail.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27980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035808"/>
            <a:ext cx="397764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0540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 summer sale — linen shirts.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3456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703320"/>
            <a:ext cx="3977640" cy="640080"/>
          </a:xfrm>
          <a:prstGeom prst="rect">
            <a:avLst/>
          </a:prstGeom>
          <a:solidFill>
            <a:srgbClr val="0A1520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72160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"headline": "30% Off Linen Essentials",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"Lightweight summer styles crafted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for comfort and elegance." }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B3C"/>
          </a:solidFill>
          <a:ln w="25400">
            <a:solidFill>
              <a:srgbClr val="5CB8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3260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This is not prompt engineering. This is constraint engineering — and now it's a product component.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carry out of this room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08813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probabilistic engines — not magic, not databases, not a reliable function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18488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099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74650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naming, interfaces and plans work because they reduce ambiguity for a probabilistic system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76856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682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40487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log full prompts + full responses, you are guessing — not debugging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35224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266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306324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LLM yourself vs. shipping one in a product are fundamentally different engineering problems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93592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850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372160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layers around probabilistic cores = robust, production-grade systems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51960"/>
            <a:ext cx="64008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343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437997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say no — real code beats an LLM for deterministic, latency-critical, or high-stakes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B3C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3260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Happy to stay and go deeper — bring your questions, examples, and frustrations!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LLMs in Production: What Breaks, What Works, and Why</dc:title>
  <dc:subject>PptxGenJS Presentation</dc:subject>
  <dc:creator>PptxGenJS</dc:creator>
  <cp:lastModifiedBy>PptxGenJS</cp:lastModifiedBy>
  <cp:revision>1</cp:revision>
  <dcterms:created xsi:type="dcterms:W3CDTF">2026-02-27T09:23:49Z</dcterms:created>
  <dcterms:modified xsi:type="dcterms:W3CDTF">2026-02-27T09:23:49Z</dcterms:modified>
</cp:coreProperties>
</file>